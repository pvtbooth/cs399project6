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handoutMasterIdLst>
    <p:handoutMasterId r:id="rId12"/>
  </p:handoutMasterIdLst>
  <p:sldIdLst>
    <p:sldId id="256" r:id="rId3"/>
    <p:sldId id="263" r:id="rId4"/>
    <p:sldId id="257" r:id="rId5"/>
    <p:sldId id="258" r:id="rId6"/>
    <p:sldId id="262" r:id="rId7"/>
    <p:sldId id="261" r:id="rId8"/>
    <p:sldId id="266" r:id="rId9"/>
    <p:sldId id="267" r:id="rId10"/>
    <p:sldId id="260" r:id="rId11"/>
  </p:sldIdLst>
  <p:sldSz cx="9144000" cy="6858000" type="screen4x3"/>
  <p:notesSz cx="6858000" cy="9144000"/>
  <p:defaultText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7" algn="l" defTabSz="914318" rtl="0" eaLnBrk="1" latinLnBrk="0" hangingPunct="1">
      <a:defRPr sz="1800" kern="1200">
        <a:solidFill>
          <a:schemeClr val="tx1"/>
        </a:solidFill>
        <a:latin typeface="+mn-lt"/>
        <a:ea typeface="+mn-ea"/>
        <a:cs typeface="+mn-cs"/>
      </a:defRPr>
    </a:lvl4pPr>
    <a:lvl5pPr marL="1828637" algn="l" defTabSz="914318" rtl="0" eaLnBrk="1" latinLnBrk="0" hangingPunct="1">
      <a:defRPr sz="1800" kern="1200">
        <a:solidFill>
          <a:schemeClr val="tx1"/>
        </a:solidFill>
        <a:latin typeface="+mn-lt"/>
        <a:ea typeface="+mn-ea"/>
        <a:cs typeface="+mn-cs"/>
      </a:defRPr>
    </a:lvl5pPr>
    <a:lvl6pPr marL="2285797" algn="l" defTabSz="914318" rtl="0" eaLnBrk="1" latinLnBrk="0" hangingPunct="1">
      <a:defRPr sz="1800" kern="1200">
        <a:solidFill>
          <a:schemeClr val="tx1"/>
        </a:solidFill>
        <a:latin typeface="+mn-lt"/>
        <a:ea typeface="+mn-ea"/>
        <a:cs typeface="+mn-cs"/>
      </a:defRPr>
    </a:lvl6pPr>
    <a:lvl7pPr marL="2742956" algn="l" defTabSz="914318" rtl="0" eaLnBrk="1" latinLnBrk="0" hangingPunct="1">
      <a:defRPr sz="1800" kern="1200">
        <a:solidFill>
          <a:schemeClr val="tx1"/>
        </a:solidFill>
        <a:latin typeface="+mn-lt"/>
        <a:ea typeface="+mn-ea"/>
        <a:cs typeface="+mn-cs"/>
      </a:defRPr>
    </a:lvl7pPr>
    <a:lvl8pPr marL="3200115" algn="l" defTabSz="914318" rtl="0" eaLnBrk="1" latinLnBrk="0" hangingPunct="1">
      <a:defRPr sz="1800" kern="1200">
        <a:solidFill>
          <a:schemeClr val="tx1"/>
        </a:solidFill>
        <a:latin typeface="+mn-lt"/>
        <a:ea typeface="+mn-ea"/>
        <a:cs typeface="+mn-cs"/>
      </a:defRPr>
    </a:lvl8pPr>
    <a:lvl9pPr marL="3657274" algn="l" defTabSz="91431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69" d="100"/>
          <a:sy n="69" d="100"/>
        </p:scale>
        <p:origin x="1224"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1.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F49BA32-1066-4DB1-BDBB-24172BC47326}" type="datetimeFigureOut">
              <a:rPr lang="en-US" smtClean="0"/>
              <a:pPr/>
              <a:t>1/18/2017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CFD5E53-E53D-44C1-B266-6753EB9C0347}"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59" indent="0" algn="ctr">
              <a:buNone/>
              <a:defRPr>
                <a:solidFill>
                  <a:schemeClr val="tx1">
                    <a:tint val="75000"/>
                  </a:schemeClr>
                </a:solidFill>
              </a:defRPr>
            </a:lvl2pPr>
            <a:lvl3pPr marL="914318" indent="0" algn="ctr">
              <a:buNone/>
              <a:defRPr>
                <a:solidFill>
                  <a:schemeClr val="tx1">
                    <a:tint val="75000"/>
                  </a:schemeClr>
                </a:solidFill>
              </a:defRPr>
            </a:lvl3pPr>
            <a:lvl4pPr marL="1371477" indent="0" algn="ctr">
              <a:buNone/>
              <a:defRPr>
                <a:solidFill>
                  <a:schemeClr val="tx1">
                    <a:tint val="75000"/>
                  </a:schemeClr>
                </a:solidFill>
              </a:defRPr>
            </a:lvl4pPr>
            <a:lvl5pPr marL="1828637" indent="0" algn="ctr">
              <a:buNone/>
              <a:defRPr>
                <a:solidFill>
                  <a:schemeClr val="tx1">
                    <a:tint val="75000"/>
                  </a:schemeClr>
                </a:solidFill>
              </a:defRPr>
            </a:lvl5pPr>
            <a:lvl6pPr marL="2285797" indent="0" algn="ctr">
              <a:buNone/>
              <a:defRPr>
                <a:solidFill>
                  <a:schemeClr val="tx1">
                    <a:tint val="75000"/>
                  </a:schemeClr>
                </a:solidFill>
              </a:defRPr>
            </a:lvl6pPr>
            <a:lvl7pPr marL="2742956" indent="0" algn="ctr">
              <a:buNone/>
              <a:defRPr>
                <a:solidFill>
                  <a:schemeClr val="tx1">
                    <a:tint val="75000"/>
                  </a:schemeClr>
                </a:solidFill>
              </a:defRPr>
            </a:lvl7pPr>
            <a:lvl8pPr marL="3200115" indent="0" algn="ctr">
              <a:buNone/>
              <a:defRPr>
                <a:solidFill>
                  <a:schemeClr val="tx1">
                    <a:tint val="75000"/>
                  </a:schemeClr>
                </a:solidFill>
              </a:defRPr>
            </a:lvl8pPr>
            <a:lvl9pPr marL="3657274"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9F2DF85-5102-483E-A1BB-B3F8368E0DB4}" type="datetimeFigureOut">
              <a:rPr lang="en-US" smtClean="0"/>
              <a:pPr/>
              <a:t>1/18/2017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452573-55C1-4F8E-942C-3EA0B3A5EE9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0"/>
              </a:spcBef>
              <a:defRPr sz="2400"/>
            </a:lvl1pPr>
            <a:lvl2pPr>
              <a:spcBef>
                <a:spcPts val="200"/>
              </a:spcBef>
              <a:defRPr/>
            </a:lvl2pPr>
            <a:lvl3pPr>
              <a:spcBef>
                <a:spcPts val="0"/>
              </a:spcBef>
              <a:defRPr/>
            </a:lvl3pPr>
            <a:lvl4pPr>
              <a:spcBef>
                <a:spcPts val="200"/>
              </a:spcBef>
              <a:defRPr/>
            </a:lvl4pPr>
            <a:lvl5pPr>
              <a:spcBef>
                <a:spcPts val="200"/>
              </a:spcBef>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2DF85-5102-483E-A1BB-B3F8368E0DB4}" type="datetimeFigureOut">
              <a:rPr lang="en-US" smtClean="0"/>
              <a:pPr/>
              <a:t>1/18/2017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452573-55C1-4F8E-942C-3EA0B3A5EE9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159" indent="0">
              <a:buNone/>
              <a:defRPr sz="1800">
                <a:solidFill>
                  <a:schemeClr val="tx1">
                    <a:tint val="75000"/>
                  </a:schemeClr>
                </a:solidFill>
              </a:defRPr>
            </a:lvl2pPr>
            <a:lvl3pPr marL="914318" indent="0">
              <a:buNone/>
              <a:defRPr sz="1600">
                <a:solidFill>
                  <a:schemeClr val="tx1">
                    <a:tint val="75000"/>
                  </a:schemeClr>
                </a:solidFill>
              </a:defRPr>
            </a:lvl3pPr>
            <a:lvl4pPr marL="1371477" indent="0">
              <a:buNone/>
              <a:defRPr sz="1400">
                <a:solidFill>
                  <a:schemeClr val="tx1">
                    <a:tint val="75000"/>
                  </a:schemeClr>
                </a:solidFill>
              </a:defRPr>
            </a:lvl4pPr>
            <a:lvl5pPr marL="1828637" indent="0">
              <a:buNone/>
              <a:defRPr sz="1400">
                <a:solidFill>
                  <a:schemeClr val="tx1">
                    <a:tint val="75000"/>
                  </a:schemeClr>
                </a:solidFill>
              </a:defRPr>
            </a:lvl5pPr>
            <a:lvl6pPr marL="2285797" indent="0">
              <a:buNone/>
              <a:defRPr sz="1400">
                <a:solidFill>
                  <a:schemeClr val="tx1">
                    <a:tint val="75000"/>
                  </a:schemeClr>
                </a:solidFill>
              </a:defRPr>
            </a:lvl6pPr>
            <a:lvl7pPr marL="2742956" indent="0">
              <a:buNone/>
              <a:defRPr sz="1400">
                <a:solidFill>
                  <a:schemeClr val="tx1">
                    <a:tint val="75000"/>
                  </a:schemeClr>
                </a:solidFill>
              </a:defRPr>
            </a:lvl7pPr>
            <a:lvl8pPr marL="3200115" indent="0">
              <a:buNone/>
              <a:defRPr sz="1400">
                <a:solidFill>
                  <a:schemeClr val="tx1">
                    <a:tint val="75000"/>
                  </a:schemeClr>
                </a:solidFill>
              </a:defRPr>
            </a:lvl8pPr>
            <a:lvl9pPr marL="3657274"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F2DF85-5102-483E-A1BB-B3F8368E0DB4}" type="datetimeFigureOut">
              <a:rPr lang="en-US" smtClean="0"/>
              <a:pPr/>
              <a:t>1/18/2017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452573-55C1-4F8E-942C-3EA0B3A5EE9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914400"/>
            <a:ext cx="4038600" cy="5334000"/>
          </a:xfrm>
        </p:spPr>
        <p:txBody>
          <a:bodyPr/>
          <a:lstStyle>
            <a:lvl1pPr>
              <a:defRPr sz="24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914400"/>
            <a:ext cx="4038600" cy="5334000"/>
          </a:xfrm>
        </p:spPr>
        <p:txBody>
          <a:bodyPr/>
          <a:lstStyle>
            <a:lvl1pPr>
              <a:defRPr sz="24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F2DF85-5102-483E-A1BB-B3F8368E0DB4}" type="datetimeFigureOut">
              <a:rPr lang="en-US" smtClean="0"/>
              <a:pPr/>
              <a:t>1/18/2017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452573-55C1-4F8E-942C-3EA0B3A5EE9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914400"/>
            <a:ext cx="4040188" cy="1260476"/>
          </a:xfrm>
        </p:spPr>
        <p:txBody>
          <a:bodyPr anchor="b"/>
          <a:lstStyle>
            <a:lvl1pPr marL="0" indent="0">
              <a:buNone/>
              <a:defRPr sz="2400" b="1"/>
            </a:lvl1pPr>
            <a:lvl2pPr marL="457159" indent="0">
              <a:buNone/>
              <a:defRPr sz="2000" b="1"/>
            </a:lvl2pPr>
            <a:lvl3pPr marL="914318" indent="0">
              <a:buNone/>
              <a:defRPr sz="1800" b="1"/>
            </a:lvl3pPr>
            <a:lvl4pPr marL="1371477" indent="0">
              <a:buNone/>
              <a:defRPr sz="1600" b="1"/>
            </a:lvl4pPr>
            <a:lvl5pPr marL="1828637" indent="0">
              <a:buNone/>
              <a:defRPr sz="1600" b="1"/>
            </a:lvl5pPr>
            <a:lvl6pPr marL="2285797" indent="0">
              <a:buNone/>
              <a:defRPr sz="1600" b="1"/>
            </a:lvl6pPr>
            <a:lvl7pPr marL="2742956" indent="0">
              <a:buNone/>
              <a:defRPr sz="1600" b="1"/>
            </a:lvl7pPr>
            <a:lvl8pPr marL="3200115" indent="0">
              <a:buNone/>
              <a:defRPr sz="1600" b="1"/>
            </a:lvl8pPr>
            <a:lvl9pPr marL="3657274"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6"/>
            <a:ext cx="4040188" cy="3951288"/>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914400"/>
            <a:ext cx="4041775" cy="1260476"/>
          </a:xfrm>
        </p:spPr>
        <p:txBody>
          <a:bodyPr anchor="b"/>
          <a:lstStyle>
            <a:lvl1pPr marL="0" indent="0">
              <a:buNone/>
              <a:defRPr sz="2400" b="1"/>
            </a:lvl1pPr>
            <a:lvl2pPr marL="457159" indent="0">
              <a:buNone/>
              <a:defRPr sz="2000" b="1"/>
            </a:lvl2pPr>
            <a:lvl3pPr marL="914318" indent="0">
              <a:buNone/>
              <a:defRPr sz="1800" b="1"/>
            </a:lvl3pPr>
            <a:lvl4pPr marL="1371477" indent="0">
              <a:buNone/>
              <a:defRPr sz="1600" b="1"/>
            </a:lvl4pPr>
            <a:lvl5pPr marL="1828637" indent="0">
              <a:buNone/>
              <a:defRPr sz="1600" b="1"/>
            </a:lvl5pPr>
            <a:lvl6pPr marL="2285797" indent="0">
              <a:buNone/>
              <a:defRPr sz="1600" b="1"/>
            </a:lvl6pPr>
            <a:lvl7pPr marL="2742956" indent="0">
              <a:buNone/>
              <a:defRPr sz="1600" b="1"/>
            </a:lvl7pPr>
            <a:lvl8pPr marL="3200115" indent="0">
              <a:buNone/>
              <a:defRPr sz="1600" b="1"/>
            </a:lvl8pPr>
            <a:lvl9pPr marL="3657274" indent="0">
              <a:buNone/>
              <a:defRPr sz="1600" b="1"/>
            </a:lvl9pPr>
          </a:lstStyle>
          <a:p>
            <a:pPr lvl="0"/>
            <a:r>
              <a:rPr lang="en-US"/>
              <a:t>Edit Master text styles</a:t>
            </a:r>
          </a:p>
        </p:txBody>
      </p:sp>
      <p:sp>
        <p:nvSpPr>
          <p:cNvPr id="6" name="Content Placeholder 5"/>
          <p:cNvSpPr>
            <a:spLocks noGrp="1"/>
          </p:cNvSpPr>
          <p:nvPr>
            <p:ph sz="quarter" idx="4"/>
          </p:nvPr>
        </p:nvSpPr>
        <p:spPr>
          <a:xfrm>
            <a:off x="4645026" y="2174876"/>
            <a:ext cx="4041775" cy="3951288"/>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F2DF85-5102-483E-A1BB-B3F8368E0DB4}" type="datetimeFigureOut">
              <a:rPr lang="en-US" smtClean="0"/>
              <a:pPr/>
              <a:t>1/18/2017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452573-55C1-4F8E-942C-3EA0B3A5EE9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F2DF85-5102-483E-A1BB-B3F8368E0DB4}" type="datetimeFigureOut">
              <a:rPr lang="en-US" smtClean="0"/>
              <a:pPr/>
              <a:t>1/18/2017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452573-55C1-4F8E-942C-3EA0B3A5EE9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2DF85-5102-483E-A1BB-B3F8368E0DB4}" type="datetimeFigureOut">
              <a:rPr lang="en-US" smtClean="0"/>
              <a:pPr/>
              <a:t>1/18/2017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452573-55C1-4F8E-942C-3EA0B3A5EE9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273051"/>
            <a:ext cx="5111750" cy="5975349"/>
          </a:xfrm>
        </p:spPr>
        <p:txBody>
          <a:bodyPr/>
          <a:lstStyle>
            <a:lvl1pPr>
              <a:defRPr sz="2600"/>
            </a:lvl1pPr>
            <a:lvl2pPr>
              <a:defRPr sz="22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1435101"/>
            <a:ext cx="3008313" cy="4813299"/>
          </a:xfrm>
        </p:spPr>
        <p:txBody>
          <a:bodyPr/>
          <a:lstStyle>
            <a:lvl1pPr marL="0" indent="0">
              <a:buNone/>
              <a:defRPr sz="1400"/>
            </a:lvl1pPr>
            <a:lvl2pPr marL="457159" indent="0">
              <a:buNone/>
              <a:defRPr sz="1200"/>
            </a:lvl2pPr>
            <a:lvl3pPr marL="914318" indent="0">
              <a:buNone/>
              <a:defRPr sz="1000"/>
            </a:lvl3pPr>
            <a:lvl4pPr marL="1371477" indent="0">
              <a:buNone/>
              <a:defRPr sz="900"/>
            </a:lvl4pPr>
            <a:lvl5pPr marL="1828637" indent="0">
              <a:buNone/>
              <a:defRPr sz="900"/>
            </a:lvl5pPr>
            <a:lvl6pPr marL="2285797" indent="0">
              <a:buNone/>
              <a:defRPr sz="900"/>
            </a:lvl6pPr>
            <a:lvl7pPr marL="2742956" indent="0">
              <a:buNone/>
              <a:defRPr sz="900"/>
            </a:lvl7pPr>
            <a:lvl8pPr marL="3200115" indent="0">
              <a:buNone/>
              <a:defRPr sz="900"/>
            </a:lvl8pPr>
            <a:lvl9pPr marL="3657274"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9F2DF85-5102-483E-A1BB-B3F8368E0DB4}" type="datetimeFigureOut">
              <a:rPr lang="en-US" smtClean="0"/>
              <a:pPr/>
              <a:t>1/18/2017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452573-55C1-4F8E-942C-3EA0B3A5EE9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59" indent="0">
              <a:buNone/>
              <a:defRPr sz="2800"/>
            </a:lvl2pPr>
            <a:lvl3pPr marL="914318" indent="0">
              <a:buNone/>
              <a:defRPr sz="2400"/>
            </a:lvl3pPr>
            <a:lvl4pPr marL="1371477" indent="0">
              <a:buNone/>
              <a:defRPr sz="2000"/>
            </a:lvl4pPr>
            <a:lvl5pPr marL="1828637" indent="0">
              <a:buNone/>
              <a:defRPr sz="2000"/>
            </a:lvl5pPr>
            <a:lvl6pPr marL="2285797" indent="0">
              <a:buNone/>
              <a:defRPr sz="2000"/>
            </a:lvl6pPr>
            <a:lvl7pPr marL="2742956" indent="0">
              <a:buNone/>
              <a:defRPr sz="2000"/>
            </a:lvl7pPr>
            <a:lvl8pPr marL="3200115" indent="0">
              <a:buNone/>
              <a:defRPr sz="2000"/>
            </a:lvl8pPr>
            <a:lvl9pPr marL="3657274" indent="0">
              <a:buNone/>
              <a:defRPr sz="2000"/>
            </a:lvl9pPr>
          </a:lstStyle>
          <a:p>
            <a:r>
              <a:rPr lang="en-US"/>
              <a:t>Click icon to add picture</a:t>
            </a:r>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59" indent="0">
              <a:buNone/>
              <a:defRPr sz="1200"/>
            </a:lvl2pPr>
            <a:lvl3pPr marL="914318" indent="0">
              <a:buNone/>
              <a:defRPr sz="1000"/>
            </a:lvl3pPr>
            <a:lvl4pPr marL="1371477" indent="0">
              <a:buNone/>
              <a:defRPr sz="900"/>
            </a:lvl4pPr>
            <a:lvl5pPr marL="1828637" indent="0">
              <a:buNone/>
              <a:defRPr sz="900"/>
            </a:lvl5pPr>
            <a:lvl6pPr marL="2285797" indent="0">
              <a:buNone/>
              <a:defRPr sz="900"/>
            </a:lvl6pPr>
            <a:lvl7pPr marL="2742956" indent="0">
              <a:buNone/>
              <a:defRPr sz="900"/>
            </a:lvl7pPr>
            <a:lvl8pPr marL="3200115" indent="0">
              <a:buNone/>
              <a:defRPr sz="900"/>
            </a:lvl8pPr>
            <a:lvl9pPr marL="3657274"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9F2DF85-5102-483E-A1BB-B3F8368E0DB4}" type="datetimeFigureOut">
              <a:rPr lang="en-US" smtClean="0"/>
              <a:pPr/>
              <a:t>1/18/2017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452573-55C1-4F8E-942C-3EA0B3A5EE9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990600"/>
            <a:ext cx="8229600" cy="5257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2DF85-5102-483E-A1BB-B3F8368E0DB4}" type="datetimeFigureOut">
              <a:rPr lang="en-US" smtClean="0"/>
              <a:pPr/>
              <a:t>1/18/2017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452573-55C1-4F8E-942C-3EA0B3A5EE9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97376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9"/>
            <a:ext cx="6019800" cy="597376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2DF85-5102-483E-A1BB-B3F8368E0DB4}" type="datetimeFigureOut">
              <a:rPr lang="en-US" smtClean="0"/>
              <a:pPr/>
              <a:t>1/18/2017</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D452573-55C1-4F8E-942C-3EA0B3A5EE9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639762"/>
          </a:xfrm>
          <a:prstGeom prst="rect">
            <a:avLst/>
          </a:prstGeom>
        </p:spPr>
        <p:txBody>
          <a:bodyPr vert="horz" lIns="91432" tIns="45716" rIns="91432" bIns="45716"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990600"/>
            <a:ext cx="8229600" cy="5257800"/>
          </a:xfrm>
          <a:prstGeom prst="rect">
            <a:avLst/>
          </a:prstGeom>
        </p:spPr>
        <p:txBody>
          <a:bodyPr vert="horz" lIns="91432" tIns="45716" rIns="91432" bIns="45716"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351"/>
            <a:ext cx="2133600" cy="365125"/>
          </a:xfrm>
          <a:prstGeom prst="rect">
            <a:avLst/>
          </a:prstGeom>
        </p:spPr>
        <p:txBody>
          <a:bodyPr vert="horz" lIns="91432" tIns="45716" rIns="91432" bIns="45716" rtlCol="0" anchor="ctr"/>
          <a:lstStyle>
            <a:lvl1pPr algn="l">
              <a:defRPr sz="1200">
                <a:solidFill>
                  <a:schemeClr val="tx1">
                    <a:tint val="75000"/>
                  </a:schemeClr>
                </a:solidFill>
              </a:defRPr>
            </a:lvl1pPr>
          </a:lstStyle>
          <a:p>
            <a:fld id="{E9F2DF85-5102-483E-A1BB-B3F8368E0DB4}" type="datetimeFigureOut">
              <a:rPr lang="en-US" smtClean="0"/>
              <a:pPr/>
              <a:t>1/18/2017</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32" tIns="45716" rIns="91432" bIns="45716"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32" tIns="45716" rIns="91432" bIns="45716" rtlCol="0" anchor="ctr"/>
          <a:lstStyle>
            <a:lvl1pPr algn="r">
              <a:defRPr sz="1200">
                <a:solidFill>
                  <a:schemeClr val="tx1">
                    <a:tint val="75000"/>
                  </a:schemeClr>
                </a:solidFill>
              </a:defRPr>
            </a:lvl1pPr>
          </a:lstStyle>
          <a:p>
            <a:fld id="{1D452573-55C1-4F8E-942C-3EA0B3A5EE94}"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318" rtl="0" eaLnBrk="1" latinLnBrk="0" hangingPunct="1">
        <a:spcBef>
          <a:spcPct val="0"/>
        </a:spcBef>
        <a:buNone/>
        <a:defRPr sz="3600" kern="1200">
          <a:solidFill>
            <a:schemeClr val="tx1"/>
          </a:solidFill>
          <a:latin typeface="+mj-lt"/>
          <a:ea typeface="+mj-ea"/>
          <a:cs typeface="+mj-cs"/>
        </a:defRPr>
      </a:lvl1pPr>
    </p:titleStyle>
    <p:bodyStyle>
      <a:lvl1pPr marL="342870" indent="-342870" algn="l" defTabSz="914318" rtl="0" eaLnBrk="1" latinLnBrk="0" hangingPunct="1">
        <a:spcBef>
          <a:spcPts val="0"/>
        </a:spcBef>
        <a:buFont typeface="Arial" pitchFamily="34" charset="0"/>
        <a:buChar char="•"/>
        <a:defRPr sz="2400" kern="1200">
          <a:solidFill>
            <a:schemeClr val="tx1"/>
          </a:solidFill>
          <a:latin typeface="+mn-lt"/>
          <a:ea typeface="+mn-ea"/>
          <a:cs typeface="+mn-cs"/>
        </a:defRPr>
      </a:lvl1pPr>
      <a:lvl2pPr marL="742883" indent="-285724" algn="l" defTabSz="914318" rtl="0" eaLnBrk="1" latinLnBrk="0" hangingPunct="1">
        <a:spcBef>
          <a:spcPts val="200"/>
        </a:spcBef>
        <a:buFont typeface="Arial" pitchFamily="34" charset="0"/>
        <a:buChar char="–"/>
        <a:defRPr sz="2200" kern="1200">
          <a:solidFill>
            <a:schemeClr val="tx1"/>
          </a:solidFill>
          <a:latin typeface="+mn-lt"/>
          <a:ea typeface="+mn-ea"/>
          <a:cs typeface="+mn-cs"/>
        </a:defRPr>
      </a:lvl2pPr>
      <a:lvl3pPr marL="1142898" indent="-228580" algn="l" defTabSz="914318" rtl="0" eaLnBrk="1" latinLnBrk="0" hangingPunct="1">
        <a:spcBef>
          <a:spcPts val="0"/>
        </a:spcBef>
        <a:buFont typeface="Arial" pitchFamily="34" charset="0"/>
        <a:buChar char="•"/>
        <a:defRPr sz="2200" kern="1200">
          <a:solidFill>
            <a:schemeClr val="tx1"/>
          </a:solidFill>
          <a:latin typeface="+mn-lt"/>
          <a:ea typeface="+mn-ea"/>
          <a:cs typeface="+mn-cs"/>
        </a:defRPr>
      </a:lvl3pPr>
      <a:lvl4pPr marL="1600057" indent="-228580" algn="l" defTabSz="914318" rtl="0" eaLnBrk="1" latinLnBrk="0" hangingPunct="1">
        <a:spcBef>
          <a:spcPts val="0"/>
        </a:spcBef>
        <a:buFont typeface="Arial" pitchFamily="34" charset="0"/>
        <a:buChar char="–"/>
        <a:defRPr sz="2000" kern="1200">
          <a:solidFill>
            <a:schemeClr val="tx1"/>
          </a:solidFill>
          <a:latin typeface="+mn-lt"/>
          <a:ea typeface="+mn-ea"/>
          <a:cs typeface="+mn-cs"/>
        </a:defRPr>
      </a:lvl4pPr>
      <a:lvl5pPr marL="2057217" indent="-228580" algn="l" defTabSz="914318" rtl="0" eaLnBrk="1" latinLnBrk="0" hangingPunct="1">
        <a:spcBef>
          <a:spcPts val="0"/>
        </a:spcBef>
        <a:buFont typeface="Arial" pitchFamily="34" charset="0"/>
        <a:buChar char="»"/>
        <a:defRPr sz="2000" kern="1200">
          <a:solidFill>
            <a:schemeClr val="tx1"/>
          </a:solidFill>
          <a:latin typeface="+mn-lt"/>
          <a:ea typeface="+mn-ea"/>
          <a:cs typeface="+mn-cs"/>
        </a:defRPr>
      </a:lvl5pPr>
      <a:lvl6pPr marL="2514376" indent="-228580" algn="l" defTabSz="91431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35" indent="-228580" algn="l" defTabSz="91431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95" indent="-228580" algn="l" defTabSz="91431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54" indent="-228580" algn="l" defTabSz="91431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7" algn="l" defTabSz="914318" rtl="0" eaLnBrk="1" latinLnBrk="0" hangingPunct="1">
        <a:defRPr sz="1800" kern="1200">
          <a:solidFill>
            <a:schemeClr val="tx1"/>
          </a:solidFill>
          <a:latin typeface="+mn-lt"/>
          <a:ea typeface="+mn-ea"/>
          <a:cs typeface="+mn-cs"/>
        </a:defRPr>
      </a:lvl4pPr>
      <a:lvl5pPr marL="1828637" algn="l" defTabSz="914318" rtl="0" eaLnBrk="1" latinLnBrk="0" hangingPunct="1">
        <a:defRPr sz="1800" kern="1200">
          <a:solidFill>
            <a:schemeClr val="tx1"/>
          </a:solidFill>
          <a:latin typeface="+mn-lt"/>
          <a:ea typeface="+mn-ea"/>
          <a:cs typeface="+mn-cs"/>
        </a:defRPr>
      </a:lvl5pPr>
      <a:lvl6pPr marL="2285797" algn="l" defTabSz="914318" rtl="0" eaLnBrk="1" latinLnBrk="0" hangingPunct="1">
        <a:defRPr sz="1800" kern="1200">
          <a:solidFill>
            <a:schemeClr val="tx1"/>
          </a:solidFill>
          <a:latin typeface="+mn-lt"/>
          <a:ea typeface="+mn-ea"/>
          <a:cs typeface="+mn-cs"/>
        </a:defRPr>
      </a:lvl6pPr>
      <a:lvl7pPr marL="2742956" algn="l" defTabSz="914318" rtl="0" eaLnBrk="1" latinLnBrk="0" hangingPunct="1">
        <a:defRPr sz="1800" kern="1200">
          <a:solidFill>
            <a:schemeClr val="tx1"/>
          </a:solidFill>
          <a:latin typeface="+mn-lt"/>
          <a:ea typeface="+mn-ea"/>
          <a:cs typeface="+mn-cs"/>
        </a:defRPr>
      </a:lvl7pPr>
      <a:lvl8pPr marL="3200115" algn="l" defTabSz="914318" rtl="0" eaLnBrk="1" latinLnBrk="0" hangingPunct="1">
        <a:defRPr sz="1800" kern="1200">
          <a:solidFill>
            <a:schemeClr val="tx1"/>
          </a:solidFill>
          <a:latin typeface="+mn-lt"/>
          <a:ea typeface="+mn-ea"/>
          <a:cs typeface="+mn-cs"/>
        </a:defRPr>
      </a:lvl8pPr>
      <a:lvl9pPr marL="3657274" algn="l" defTabSz="91431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Team A001</a:t>
            </a:r>
          </a:p>
        </p:txBody>
      </p:sp>
      <p:sp>
        <p:nvSpPr>
          <p:cNvPr id="3" name="Subtitle 2"/>
          <p:cNvSpPr>
            <a:spLocks noGrp="1"/>
          </p:cNvSpPr>
          <p:nvPr>
            <p:ph type="subTitle" idx="1"/>
          </p:nvPr>
        </p:nvSpPr>
        <p:spPr/>
        <p:txBody>
          <a:bodyPr/>
          <a:lstStyle/>
          <a:p>
            <a:r>
              <a:rPr lang="en-US" dirty="0"/>
              <a:t>Minimum Viable Product Design 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745" y="228600"/>
            <a:ext cx="8229600" cy="639762"/>
          </a:xfrm>
        </p:spPr>
        <p:txBody>
          <a:bodyPr>
            <a:normAutofit fontScale="90000"/>
          </a:bodyPr>
          <a:lstStyle/>
          <a:p>
            <a:r>
              <a:rPr lang="en-US" dirty="0"/>
              <a:t>What’s New?</a:t>
            </a:r>
          </a:p>
        </p:txBody>
      </p:sp>
      <p:sp>
        <p:nvSpPr>
          <p:cNvPr id="3" name="Content Placeholder 2"/>
          <p:cNvSpPr>
            <a:spLocks noGrp="1"/>
          </p:cNvSpPr>
          <p:nvPr>
            <p:ph idx="1"/>
          </p:nvPr>
        </p:nvSpPr>
        <p:spPr/>
        <p:txBody>
          <a:bodyPr/>
          <a:lstStyle/>
          <a:p>
            <a:r>
              <a:rPr lang="en-US" dirty="0"/>
              <a:t>Gameplay editing to accommodate v1.0 feedback</a:t>
            </a:r>
          </a:p>
          <a:p>
            <a:endParaRPr lang="en-US" dirty="0"/>
          </a:p>
          <a:p>
            <a:r>
              <a:rPr lang="en-US" dirty="0"/>
              <a:t>New player goals with addition of procedurally generated maps</a:t>
            </a:r>
          </a:p>
          <a:p>
            <a:endParaRPr lang="en-US" dirty="0"/>
          </a:p>
          <a:p>
            <a:r>
              <a:rPr lang="en-US" dirty="0"/>
              <a:t>New inspiration</a:t>
            </a:r>
          </a:p>
          <a:p>
            <a:endParaRPr lang="en-US" dirty="0"/>
          </a:p>
          <a:p>
            <a:r>
              <a:rPr lang="en-US" dirty="0"/>
              <a:t>MVP requirement Tweaks to accommodate team feedback</a:t>
            </a:r>
          </a:p>
          <a:p>
            <a:endParaRPr lang="en-US" dirty="0"/>
          </a:p>
          <a:p>
            <a:endParaRPr lang="en-US" dirty="0"/>
          </a:p>
          <a:p>
            <a:endParaRPr lang="en-US" dirty="0"/>
          </a:p>
        </p:txBody>
      </p:sp>
    </p:spTree>
    <p:extLst>
      <p:ext uri="{BB962C8B-B14F-4D97-AF65-F5344CB8AC3E}">
        <p14:creationId xmlns:p14="http://schemas.microsoft.com/office/powerpoint/2010/main" val="816930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High Concept</a:t>
            </a:r>
          </a:p>
        </p:txBody>
      </p:sp>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4400" dirty="0"/>
              <a:t>A Cooperative Arcade</a:t>
            </a:r>
          </a:p>
          <a:p>
            <a:pPr marL="0" indent="0" algn="ctr">
              <a:buNone/>
            </a:pPr>
            <a:r>
              <a:rPr lang="en-US" sz="4400" dirty="0"/>
              <a:t>Space Brawler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Think…Asteroids Meets Diablo</a:t>
            </a:r>
          </a:p>
        </p:txBody>
      </p:sp>
      <p:pic>
        <p:nvPicPr>
          <p:cNvPr id="4" name="Picture 3"/>
          <p:cNvPicPr>
            <a:picLocks noChangeAspect="1"/>
          </p:cNvPicPr>
          <p:nvPr/>
        </p:nvPicPr>
        <p:blipFill>
          <a:blip r:embed="rId2"/>
          <a:stretch>
            <a:fillRect/>
          </a:stretch>
        </p:blipFill>
        <p:spPr>
          <a:xfrm>
            <a:off x="1" y="2528590"/>
            <a:ext cx="3300465" cy="2472035"/>
          </a:xfrm>
          <a:prstGeom prst="rect">
            <a:avLst/>
          </a:prstGeom>
        </p:spPr>
      </p:pic>
      <p:sp>
        <p:nvSpPr>
          <p:cNvPr id="6" name="TextBox 5"/>
          <p:cNvSpPr txBox="1"/>
          <p:nvPr/>
        </p:nvSpPr>
        <p:spPr>
          <a:xfrm>
            <a:off x="3505200" y="3302942"/>
            <a:ext cx="685800" cy="923330"/>
          </a:xfrm>
          <a:prstGeom prst="rect">
            <a:avLst/>
          </a:prstGeom>
          <a:noFill/>
        </p:spPr>
        <p:txBody>
          <a:bodyPr wrap="square" rtlCol="0">
            <a:spAutoFit/>
          </a:bodyPr>
          <a:lstStyle/>
          <a:p>
            <a:r>
              <a:rPr lang="en-US" sz="5400" dirty="0"/>
              <a:t>X</a:t>
            </a:r>
            <a:endParaRPr lang="en-US" dirty="0"/>
          </a:p>
        </p:txBody>
      </p:sp>
      <p:pic>
        <p:nvPicPr>
          <p:cNvPr id="3" name="Picture 2"/>
          <p:cNvPicPr>
            <a:picLocks noChangeAspect="1"/>
          </p:cNvPicPr>
          <p:nvPr/>
        </p:nvPicPr>
        <p:blipFill>
          <a:blip r:embed="rId3"/>
          <a:stretch>
            <a:fillRect/>
          </a:stretch>
        </p:blipFill>
        <p:spPr>
          <a:xfrm>
            <a:off x="4005262" y="2209800"/>
            <a:ext cx="5138738" cy="28905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MVP 2.0</a:t>
            </a:r>
          </a:p>
        </p:txBody>
      </p:sp>
      <p:sp>
        <p:nvSpPr>
          <p:cNvPr id="3" name="Content Placeholder 2"/>
          <p:cNvSpPr>
            <a:spLocks noGrp="1"/>
          </p:cNvSpPr>
          <p:nvPr>
            <p:ph idx="1"/>
          </p:nvPr>
        </p:nvSpPr>
        <p:spPr/>
        <p:txBody>
          <a:bodyPr>
            <a:normAutofit/>
          </a:bodyPr>
          <a:lstStyle/>
          <a:p>
            <a:r>
              <a:rPr lang="en-US" dirty="0"/>
              <a:t>Dynamic Camera (no player wrapping)</a:t>
            </a:r>
          </a:p>
          <a:p>
            <a:r>
              <a:rPr lang="en-US" dirty="0"/>
              <a:t>Parallax Effect</a:t>
            </a:r>
          </a:p>
          <a:p>
            <a:r>
              <a:rPr lang="en-US" dirty="0"/>
              <a:t>4 player support (</a:t>
            </a:r>
            <a:r>
              <a:rPr lang="en-US" dirty="0" err="1"/>
              <a:t>xbox</a:t>
            </a:r>
            <a:r>
              <a:rPr lang="en-US" dirty="0"/>
              <a:t>)</a:t>
            </a:r>
          </a:p>
          <a:p>
            <a:r>
              <a:rPr lang="en-US" dirty="0"/>
              <a:t>1 Player Ship</a:t>
            </a:r>
          </a:p>
          <a:p>
            <a:pPr lvl="1"/>
            <a:r>
              <a:rPr lang="en-US" dirty="0"/>
              <a:t>Shoots simple projectile</a:t>
            </a:r>
          </a:p>
          <a:p>
            <a:pPr lvl="1"/>
            <a:r>
              <a:rPr lang="en-US" dirty="0"/>
              <a:t>Medium acceleration</a:t>
            </a:r>
          </a:p>
          <a:p>
            <a:pPr lvl="1"/>
            <a:r>
              <a:rPr lang="en-US" dirty="0"/>
              <a:t>Hit Points (Lose Condition)</a:t>
            </a:r>
          </a:p>
          <a:p>
            <a:r>
              <a:rPr lang="en-US" dirty="0"/>
              <a:t>1 Enemy Ship</a:t>
            </a:r>
          </a:p>
          <a:p>
            <a:pPr lvl="1"/>
            <a:r>
              <a:rPr lang="en-US" dirty="0"/>
              <a:t>Simple Chase AI (suicide bomber)</a:t>
            </a:r>
          </a:p>
          <a:p>
            <a:pPr lvl="1"/>
            <a:r>
              <a:rPr lang="en-US" dirty="0"/>
              <a:t>Hit Points</a:t>
            </a:r>
          </a:p>
          <a:p>
            <a:r>
              <a:rPr lang="en-US" dirty="0"/>
              <a:t>1 End goal opposite of player’s starting point</a:t>
            </a:r>
          </a:p>
          <a:p>
            <a:r>
              <a:rPr lang="en-US" dirty="0"/>
              <a:t>Sound?... Some Pew Pew’s and QQ’s if we find the time, not crucial.</a:t>
            </a:r>
          </a:p>
          <a:p>
            <a:r>
              <a:rPr lang="en-US" dirty="0"/>
              <a:t>Vector graphics, simple shapes</a:t>
            </a:r>
          </a:p>
          <a:p>
            <a:endParaRPr lang="en-US" dirty="0"/>
          </a:p>
        </p:txBody>
      </p:sp>
    </p:spTree>
    <p:extLst>
      <p:ext uri="{BB962C8B-B14F-4D97-AF65-F5344CB8AC3E}">
        <p14:creationId xmlns:p14="http://schemas.microsoft.com/office/powerpoint/2010/main" val="4096023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Perspective Gameplay</a:t>
            </a:r>
          </a:p>
        </p:txBody>
      </p:sp>
      <p:sp>
        <p:nvSpPr>
          <p:cNvPr id="3" name="Content Placeholder 2"/>
          <p:cNvSpPr>
            <a:spLocks noGrp="1"/>
          </p:cNvSpPr>
          <p:nvPr>
            <p:ph idx="1"/>
          </p:nvPr>
        </p:nvSpPr>
        <p:spPr/>
        <p:txBody>
          <a:bodyPr>
            <a:normAutofit fontScale="85000" lnSpcReduction="20000"/>
          </a:bodyPr>
          <a:lstStyle/>
          <a:p>
            <a:r>
              <a:rPr lang="en-US" dirty="0"/>
              <a:t>Up to 4 players</a:t>
            </a:r>
          </a:p>
          <a:p>
            <a:endParaRPr lang="en-US" dirty="0"/>
          </a:p>
          <a:p>
            <a:r>
              <a:rPr lang="en-US" dirty="0"/>
              <a:t>Cooperate and fight through randomly placed groups of enemies and obstacles to reach the warp gate and move on to the next system.</a:t>
            </a:r>
          </a:p>
          <a:p>
            <a:endParaRPr lang="en-US" dirty="0"/>
          </a:p>
          <a:p>
            <a:r>
              <a:rPr lang="en-US" dirty="0"/>
              <a:t>Ship classes/types (holy trinity?)</a:t>
            </a:r>
          </a:p>
          <a:p>
            <a:endParaRPr lang="en-US" dirty="0"/>
          </a:p>
          <a:p>
            <a:r>
              <a:rPr lang="en-US" dirty="0"/>
              <a:t>Players must traverse the map in search of an end point, after which they are transported to a new system which yields better rewards.</a:t>
            </a:r>
          </a:p>
          <a:p>
            <a:endParaRPr lang="en-US" dirty="0"/>
          </a:p>
          <a:p>
            <a:r>
              <a:rPr lang="en-US" dirty="0"/>
              <a:t>Boss fights? Think MVP 1.0 concept every 3 systems, or through special rare warp gates.</a:t>
            </a:r>
          </a:p>
          <a:p>
            <a:endParaRPr lang="en-US" dirty="0"/>
          </a:p>
          <a:p>
            <a:r>
              <a:rPr lang="en-US" dirty="0"/>
              <a:t>Player movement is physics driven. To what extent? Initial Playtesting will determine that.</a:t>
            </a:r>
          </a:p>
          <a:p>
            <a:endParaRPr lang="en-US" dirty="0"/>
          </a:p>
          <a:p>
            <a:r>
              <a:rPr lang="en-US" dirty="0"/>
              <a:t>Analog Control (Xbox)</a:t>
            </a:r>
          </a:p>
          <a:p>
            <a:endParaRPr lang="en-US" dirty="0"/>
          </a:p>
          <a:p>
            <a:r>
              <a:rPr lang="en-US" dirty="0"/>
              <a:t>Each Instance is an isolated arena</a:t>
            </a:r>
          </a:p>
          <a:p>
            <a:endParaRPr lang="en-US" dirty="0"/>
          </a:p>
          <a:p>
            <a:r>
              <a:rPr lang="en-US" dirty="0"/>
              <a:t>Ideas for arcade systems? Points? Levels? Leaderboards?</a:t>
            </a:r>
          </a:p>
          <a:p>
            <a:endParaRPr lang="en-US" dirty="0"/>
          </a:p>
          <a:p>
            <a:endParaRPr lang="en-US" dirty="0"/>
          </a:p>
          <a:p>
            <a:endParaRPr lang="en-US" dirty="0"/>
          </a:p>
        </p:txBody>
      </p:sp>
    </p:spTree>
    <p:extLst>
      <p:ext uri="{BB962C8B-B14F-4D97-AF65-F5344CB8AC3E}">
        <p14:creationId xmlns:p14="http://schemas.microsoft.com/office/powerpoint/2010/main" val="2714146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Inspiration</a:t>
            </a:r>
          </a:p>
        </p:txBody>
      </p:sp>
      <p:sp>
        <p:nvSpPr>
          <p:cNvPr id="3" name="Content Placeholder 2"/>
          <p:cNvSpPr>
            <a:spLocks noGrp="1"/>
          </p:cNvSpPr>
          <p:nvPr>
            <p:ph idx="1"/>
          </p:nvPr>
        </p:nvSpPr>
        <p:spPr/>
        <p:txBody>
          <a:bodyPr/>
          <a:lstStyle/>
          <a:p>
            <a:r>
              <a:rPr lang="en-US" dirty="0"/>
              <a:t>Diablo 3’s fast paced gameplay, action packed, tons of stupid enemies rushing players. Simple AI required, and extensible to complex enemy types and AI.</a:t>
            </a:r>
          </a:p>
          <a:p>
            <a:endParaRPr lang="en-US" dirty="0"/>
          </a:p>
          <a:p>
            <a:r>
              <a:rPr lang="en-US" dirty="0"/>
              <a:t>Original Asteroids movement scheme, unwieldy, requires finesse, could be fun to design around.</a:t>
            </a:r>
          </a:p>
          <a:p>
            <a:endParaRPr lang="en-US" dirty="0"/>
          </a:p>
          <a:p>
            <a:r>
              <a:rPr lang="en-US" dirty="0"/>
              <a:t>Various MMO Raid mechanics, VG, Rag, </a:t>
            </a:r>
            <a:r>
              <a:rPr lang="en-US" dirty="0" err="1"/>
              <a:t>etc</a:t>
            </a:r>
            <a:r>
              <a:rPr lang="en-US" dirty="0"/>
              <a:t>…</a:t>
            </a:r>
          </a:p>
          <a:p>
            <a:endParaRPr lang="en-US" dirty="0"/>
          </a:p>
          <a:p>
            <a:r>
              <a:rPr lang="en-US" dirty="0"/>
              <a:t>Any ideas on games with ship designs to look at for inspiration?</a:t>
            </a:r>
          </a:p>
          <a:p>
            <a:endParaRPr lang="en-US" dirty="0"/>
          </a:p>
        </p:txBody>
      </p:sp>
    </p:spTree>
    <p:extLst>
      <p:ext uri="{BB962C8B-B14F-4D97-AF65-F5344CB8AC3E}">
        <p14:creationId xmlns:p14="http://schemas.microsoft.com/office/powerpoint/2010/main" val="2445161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YOU BEAUTIFUL BASTARDS</a:t>
            </a:r>
          </a:p>
        </p:txBody>
      </p:sp>
      <p:sp>
        <p:nvSpPr>
          <p:cNvPr id="3" name="Content Placeholder 2"/>
          <p:cNvSpPr>
            <a:spLocks noGrp="1"/>
          </p:cNvSpPr>
          <p:nvPr>
            <p:ph idx="1"/>
          </p:nvPr>
        </p:nvSpPr>
        <p:spPr/>
        <p:txBody>
          <a:bodyPr/>
          <a:lstStyle/>
          <a:p>
            <a:r>
              <a:rPr lang="en-US" dirty="0"/>
              <a:t>Evan, the stronger your physics engine, the more toys we will have the ability to make for this game. Keep up the good work and give us that amazing platform for our content interaction.</a:t>
            </a:r>
          </a:p>
          <a:p>
            <a:endParaRPr lang="en-US" dirty="0"/>
          </a:p>
          <a:p>
            <a:r>
              <a:rPr lang="en-US" dirty="0"/>
              <a:t>Hank, your expertise in the engine arts is blowing me away. This liftoff process is fluid due to the magic. I don’t even have to look to know something dope is being cooked up.</a:t>
            </a:r>
          </a:p>
          <a:p>
            <a:endParaRPr lang="en-US" dirty="0"/>
          </a:p>
          <a:p>
            <a:r>
              <a:rPr lang="en-US" dirty="0"/>
              <a:t>Ryan, the initial stages and engine proof are where Hank and Evan will excel, but once that content and systems stage come, you and I must be ready to hit the ground running. I have total faith in your abilities even though I know you the least, and I hope you feel the same way about my work.</a:t>
            </a:r>
          </a:p>
        </p:txBody>
      </p:sp>
    </p:spTree>
    <p:extLst>
      <p:ext uri="{BB962C8B-B14F-4D97-AF65-F5344CB8AC3E}">
        <p14:creationId xmlns:p14="http://schemas.microsoft.com/office/powerpoint/2010/main" val="2496338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Questions?</a:t>
            </a:r>
          </a:p>
        </p:txBody>
      </p:sp>
    </p:spTree>
    <p:extLst>
      <p:ext uri="{BB962C8B-B14F-4D97-AF65-F5344CB8AC3E}">
        <p14:creationId xmlns:p14="http://schemas.microsoft.com/office/powerpoint/2010/main" val="112176441"/>
      </p:ext>
    </p:extLst>
  </p:cSld>
  <p:clrMapOvr>
    <a:masterClrMapping/>
  </p:clrMapOvr>
</p:sld>
</file>

<file path=ppt/theme/theme1.xml><?xml version="1.0" encoding="utf-8"?>
<a:theme xmlns:a="http://schemas.openxmlformats.org/drawingml/2006/main" name="Office Theme">
  <a:themeElements>
    <a:clrScheme name="Energy-Saving">
      <a:dk1>
        <a:srgbClr val="000000"/>
      </a:dk1>
      <a:lt1>
        <a:srgbClr val="D7D7D7"/>
      </a:lt1>
      <a:dk2>
        <a:srgbClr val="000000"/>
      </a:dk2>
      <a:lt2>
        <a:srgbClr val="D7D7D7"/>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178B1C33-1571-459A-95AD-9F0F45277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Energy and paper-saving presentation</Template>
  <TotalTime>287</TotalTime>
  <Words>455</Words>
  <Application>Microsoft Office PowerPoint</Application>
  <PresentationFormat>On-screen Show (4:3)</PresentationFormat>
  <Paragraphs>69</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Team A001</vt:lpstr>
      <vt:lpstr>What’s New?</vt:lpstr>
      <vt:lpstr>High Concept</vt:lpstr>
      <vt:lpstr>Think…Asteroids Meets Diablo</vt:lpstr>
      <vt:lpstr>MVP 2.0</vt:lpstr>
      <vt:lpstr>Perspective Gameplay</vt:lpstr>
      <vt:lpstr>Inspiration</vt:lpstr>
      <vt:lpstr>YOU BEAUTIFUL BASTARDS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VOID</dc:title>
  <dc:creator>Cole Astaire</dc:creator>
  <cp:keywords/>
  <cp:lastModifiedBy>Cole Astaire</cp:lastModifiedBy>
  <cp:revision>18</cp:revision>
  <dcterms:created xsi:type="dcterms:W3CDTF">2017-01-16T04:32:51Z</dcterms:created>
  <dcterms:modified xsi:type="dcterms:W3CDTF">2017-01-19T06:43:18Z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TC102872799990</vt:lpwstr>
  </property>
</Properties>
</file>